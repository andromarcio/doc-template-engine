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6830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HISTÓRIAS DE USUÁRIO &amp; DOCUMENTAÇÃO — DINÂMICA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6830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portões da história pronta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859536"/>
            <a:ext cx="6830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refinamento: passe a história pelos 6 portões, na ordem. Pergunta reprovada não trava a conversa — vira ⚠ anotada no card, com dono.  Mapa: P0 = Card · P1–P3 = Conversation · P4 = régua INVEST · P5 = Confirmation.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6830568" cy="1024128"/>
          </a:xfrm>
          <a:prstGeom prst="roundRect">
            <a:avLst>
              <a:gd name="adj" fmla="val 5357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435608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435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4173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— a forma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0" y="14356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passou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32688" y="178308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 específico (nunca “usuário” ou “o sistema”)?  ·  Uma única ação — sem “e” ligando dois verbos?  ·  Benefício real, não circular (o “para…” não repete a ação)?  ·  O card se sustenta sem “conforme documento anexo”?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50592"/>
            <a:ext cx="6830568" cy="1024128"/>
          </a:xfrm>
          <a:prstGeom prst="roundRect">
            <a:avLst>
              <a:gd name="adj" fmla="val 5357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560320"/>
            <a:ext cx="310896" cy="310896"/>
          </a:xfrm>
          <a:prstGeom prst="ellipse">
            <a:avLst/>
          </a:prstGeom>
          <a:solidFill>
            <a:srgbClr val="C77F1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5420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2560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passou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32688" y="2907792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Pré-condições ditas (estado do mundo antes)?  ·  Resultado observável depois?  ·  Lista de exclusões com pelo menos 1 item — “o que um leitor acharia que está incluso, mas não está?”  ·  Se altera algo existente: o comportamento atual está localizado?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575304"/>
            <a:ext cx="6830568" cy="1371600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" y="3685032"/>
            <a:ext cx="310896" cy="310896"/>
          </a:xfrm>
          <a:prstGeom prst="ellipse">
            <a:avLst/>
          </a:prstGeom>
          <a:solidFill>
            <a:srgbClr val="C77F1A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3685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366674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passou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2688" y="4032504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com tipo, obrigatoriedade e origem do dado?  ·  Toda decisão com critério objetivo — cace “automaticamente”, “quando necessário”, “conforme o caso”?  ·  Estados e transições nomeados?  ·  Pelo menos 1 caminho triste por ação de tela?  ·  Permissões — e o que o “não pode” vê?  ·  Caminho de volta (desfazer/cancelar) dito ou excluído conscientemente?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5047488"/>
            <a:ext cx="6830568" cy="1115568"/>
          </a:xfrm>
          <a:prstGeom prst="roundRect">
            <a:avLst>
              <a:gd name="adj" fmla="val 4918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" y="5157216"/>
            <a:ext cx="310896" cy="310896"/>
          </a:xfrm>
          <a:prstGeom prst="ellipse">
            <a:avLst/>
          </a:prstGeom>
          <a:solidFill>
            <a:srgbClr val="C77F1A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" y="5157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2688" y="51389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51572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passou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" y="550468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existir antes — “nenhuma” é dito, nunca presumido?  ·  Precisa de dado novo? E os registros legados?  ·  Algo roda fora da fronteira do sistema (o que sai, o que volta, o que acontece se o outro lado falhar)?  ·  Decisão de negócio pendente tem dono e prazo?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6263640"/>
            <a:ext cx="6830568" cy="1024128"/>
          </a:xfrm>
          <a:prstGeom prst="roundRect">
            <a:avLst>
              <a:gd name="adj" fmla="val 5357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" y="6373368"/>
            <a:ext cx="310896" cy="310896"/>
          </a:xfrm>
          <a:prstGeom prst="ellipse">
            <a:avLst/>
          </a:prstGeom>
          <a:solidFill>
            <a:srgbClr val="31497A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" y="6373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2688" y="63550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— a régua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35040" y="6373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passou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32688" y="672084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da demo (V): o que mostramos na review em 2 minutos — e a quem importa?  ·  Teste da divisão (S): se cortar em duas, cada metade entrega valor? Então corte.  ·  Teste do “depende” (E): cada “depende” do time é uma pergunta sem resposta — capture-a.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7388352"/>
            <a:ext cx="6830568" cy="1115568"/>
          </a:xfrm>
          <a:prstGeom prst="roundRect">
            <a:avLst>
              <a:gd name="adj" fmla="val 4918"/>
            </a:avLst>
          </a:prstGeom>
          <a:solidFill>
            <a:srgbClr val="EEF3FA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" y="7498080"/>
            <a:ext cx="310896" cy="31089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" y="7498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32688" y="74797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— prova de saída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35040" y="7498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passou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32688" y="784555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acionável da tela tem critério?  ·  Pelo menos 1 cenário negativo?  ·  Mensagens com texto literal (nada de “mensagem apropriada”)?  ·  Zero advérbios de fé (“corretamente”, “adequadamente”, “amigável”)?  ·  O PO sabe COMO vai demonstrar cada critério no aceite?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8622792"/>
            <a:ext cx="6830568" cy="914400"/>
          </a:xfrm>
          <a:prstGeom prst="roundRect">
            <a:avLst>
              <a:gd name="adj" fmla="val 6000"/>
            </a:avLst>
          </a:prstGeom>
          <a:solidFill>
            <a:srgbClr val="FBF0DC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" y="8714232"/>
            <a:ext cx="6355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de pontos cegos (sempre, ao final):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5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mais mexe nessa entidade (outro módulo, job, integração)?  ·  volumes-limite?  ·  dois usuários ao mesmo tempo?  ·  e o tempo (vigências, prazos, viradas)?  ·  alguém precisa provar depois (auditoria em tela)?  ·  alguém precisa ficar sabendo (notificação)?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9646920"/>
            <a:ext cx="6830568" cy="438912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621792" y="9646920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pronta (DoR) = todos os portões passam e a lista de ⚠ está vazia.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5760" y="10195560"/>
            <a:ext cx="6830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avaliada: _________________________________________    Grupo: ________    Nº de ⚠ registradas: _____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Handout — Os portões da história pronta</dc:title>
  <dc:subject>PptxGenJS Presentation</dc:subject>
  <dc:creator>PptxGenJS</dc:creator>
  <cp:lastModifiedBy>PptxGenJS</cp:lastModifiedBy>
  <cp:revision>1</cp:revision>
  <dcterms:created xsi:type="dcterms:W3CDTF">2026-08-02T00:47:41Z</dcterms:created>
  <dcterms:modified xsi:type="dcterms:W3CDTF">2026-08-02T00:47:41Z</dcterms:modified>
</cp:coreProperties>
</file>